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Libre Baskerville"/>
      <p:regular r:id="rId9"/>
    </p:embeddedFont>
    <p:embeddedFont>
      <p:font typeface="Libre Baskerville"/>
      <p:regular r:id="rId10"/>
    </p:embeddedFont>
    <p:embeddedFont>
      <p:font typeface="Libre Baskerville"/>
      <p:regular r:id="rId11"/>
    </p:embeddedFont>
    <p:embeddedFont>
      <p:font typeface="Libre Baskerville"/>
      <p:regular r:id="rId12"/>
    </p:embeddedFont>
    <p:embeddedFont>
      <p:font typeface="Open Sans"/>
      <p:regular r:id="rId13"/>
    </p:embeddedFont>
    <p:embeddedFont>
      <p:font typeface="Open Sans"/>
      <p:regular r:id="rId14"/>
    </p:embeddedFont>
    <p:embeddedFont>
      <p:font typeface="Open Sans"/>
      <p:regular r:id="rId15"/>
    </p:embeddedFont>
    <p:embeddedFont>
      <p:font typeface="Open San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99776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Setting the Context (The Problem)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778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release moves quickly, but the story behind it is scattered, inconsistent, and hard to trust. Without a single set of clear release notes, teams are forced to piece together what changed, what matters, and what to do next.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58810"/>
            <a:ext cx="3090505" cy="2758559"/>
          </a:xfrm>
          <a:prstGeom prst="roundRect">
            <a:avLst>
              <a:gd name="adj" fmla="val 1233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085624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576042"/>
            <a:ext cx="263687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Drowns in commit logs and struggles to explain what actually matters to the business.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111109" y="2858810"/>
            <a:ext cx="3090624" cy="2758559"/>
          </a:xfrm>
          <a:prstGeom prst="roundRect">
            <a:avLst>
              <a:gd name="adj" fmla="val 1233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4337923" y="3085624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Release Lead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37923" y="3576042"/>
            <a:ext cx="26369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tight timelines with no clear visibility into what is really shipping.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858810"/>
            <a:ext cx="3090624" cy="2758559"/>
          </a:xfrm>
          <a:prstGeom prst="roundRect">
            <a:avLst>
              <a:gd name="adj" fmla="val 1233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3085624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 Manager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3576042"/>
            <a:ext cx="263699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Needs a complete release picture to coordinate rollout, but keeps chasing missing details.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745986" y="2858810"/>
            <a:ext cx="3090624" cy="2758559"/>
          </a:xfrm>
          <a:prstGeom prst="roundRect">
            <a:avLst>
              <a:gd name="adj" fmla="val 1233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0" y="3085624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PAS Team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0" y="3576042"/>
            <a:ext cx="26369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 to support delivery decisions with incomplete notes and too much guesswork.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844183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6070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Support Team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656141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Gets pulled into questions without a reliable source of truth to answer from.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844183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20" name="Text 18"/>
          <p:cNvSpPr/>
          <p:nvPr/>
        </p:nvSpPr>
        <p:spPr>
          <a:xfrm>
            <a:off x="7655362" y="6070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Owner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55362" y="656141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 to translate technical noise into outcomes, but the release story is too messy to defend.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8523" y="914400"/>
            <a:ext cx="8804315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Code Chaos to Release Confidence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8523" y="1688306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523" y="1950839"/>
            <a:ext cx="5734407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8523" y="2080498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Commits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18523" y="2417683"/>
            <a:ext cx="573440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every change automatically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77351" y="1688306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351" y="1950839"/>
            <a:ext cx="5734526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7351" y="2080498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Jira Context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377351" y="2417683"/>
            <a:ext cx="573452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Correlates tickets and user stories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18523" y="2901910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523" y="3147655"/>
            <a:ext cx="5734407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18523" y="3294102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Quality Gates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518523" y="3631287"/>
            <a:ext cx="5734407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Incorporates Sonar Coverage reports to ensure code quality standards are met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77351" y="2901910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51" y="3164443"/>
            <a:ext cx="5734526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77351" y="3294102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BDD Test Cases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7377351" y="3631287"/>
            <a:ext cx="573452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test case results and coverage to validate release readiness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18523" y="4349353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523" y="4578310"/>
            <a:ext cx="5734407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18523" y="4741545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Understanding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518523" y="5078730"/>
            <a:ext cx="573440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Translates technical to business language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377351" y="4349353"/>
            <a:ext cx="167997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351" y="4578310"/>
            <a:ext cx="5734526" cy="228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77351" y="4741545"/>
            <a:ext cx="2361724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Business-Ready Notes</a:t>
            </a:r>
            <a:endParaRPr lang="en-US" sz="1650" dirty="0"/>
          </a:p>
        </p:txBody>
      </p:sp>
      <p:sp>
        <p:nvSpPr>
          <p:cNvPr id="26" name="Text 18"/>
          <p:cNvSpPr/>
          <p:nvPr/>
        </p:nvSpPr>
        <p:spPr>
          <a:xfrm>
            <a:off x="7377351" y="5078730"/>
            <a:ext cx="573452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release notes instantly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518523" y="5528072"/>
            <a:ext cx="3781425" cy="907018"/>
          </a:xfrm>
          <a:prstGeom prst="roundRect">
            <a:avLst>
              <a:gd name="adj" fmla="val 2779"/>
            </a:avLst>
          </a:prstGeom>
          <a:solidFill>
            <a:srgbClr val="EAE8F3"/>
          </a:solidFill>
          <a:ln/>
        </p:spPr>
      </p:sp>
      <p:sp>
        <p:nvSpPr>
          <p:cNvPr id="28" name="Text 20"/>
          <p:cNvSpPr/>
          <p:nvPr/>
        </p:nvSpPr>
        <p:spPr>
          <a:xfrm>
            <a:off x="1686520" y="5746433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Zero Manual Effort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1686520" y="6083618"/>
            <a:ext cx="3445431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Fully automated from commit to notes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424368" y="5528072"/>
            <a:ext cx="3781544" cy="907018"/>
          </a:xfrm>
          <a:prstGeom prst="roundRect">
            <a:avLst>
              <a:gd name="adj" fmla="val 2779"/>
            </a:avLst>
          </a:prstGeom>
          <a:solidFill>
            <a:srgbClr val="EAE8F3"/>
          </a:solidFill>
          <a:ln/>
        </p:spPr>
      </p:sp>
      <p:sp>
        <p:nvSpPr>
          <p:cNvPr id="31" name="Text 23"/>
          <p:cNvSpPr/>
          <p:nvPr/>
        </p:nvSpPr>
        <p:spPr>
          <a:xfrm>
            <a:off x="5592366" y="5746433"/>
            <a:ext cx="268116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Consistent Every Release</a:t>
            </a:r>
            <a:endParaRPr lang="en-US" sz="1650" dirty="0"/>
          </a:p>
        </p:txBody>
      </p:sp>
      <p:sp>
        <p:nvSpPr>
          <p:cNvPr id="32" name="Text 24"/>
          <p:cNvSpPr/>
          <p:nvPr/>
        </p:nvSpPr>
        <p:spPr>
          <a:xfrm>
            <a:off x="5592366" y="6083618"/>
            <a:ext cx="3445550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quality, every single time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9330333" y="5528072"/>
            <a:ext cx="3781544" cy="907018"/>
          </a:xfrm>
          <a:prstGeom prst="roundRect">
            <a:avLst>
              <a:gd name="adj" fmla="val 2779"/>
            </a:avLst>
          </a:prstGeom>
          <a:solidFill>
            <a:srgbClr val="EAE8F3"/>
          </a:solidFill>
          <a:ln/>
        </p:spPr>
      </p:sp>
      <p:sp>
        <p:nvSpPr>
          <p:cNvPr id="34" name="Text 26"/>
          <p:cNvSpPr/>
          <p:nvPr/>
        </p:nvSpPr>
        <p:spPr>
          <a:xfrm>
            <a:off x="9498330" y="5746433"/>
            <a:ext cx="210014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Auditor-Ready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9498330" y="6083618"/>
            <a:ext cx="3445550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traceability and compliance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1518523" y="6574988"/>
            <a:ext cx="11593354" cy="689729"/>
          </a:xfrm>
          <a:prstGeom prst="roundRect">
            <a:avLst>
              <a:gd name="adj" fmla="val 3654"/>
            </a:avLst>
          </a:prstGeom>
          <a:solidFill>
            <a:srgbClr val="C3C2F0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20" y="6764655"/>
            <a:ext cx="314920" cy="25193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169438" y="6791682"/>
            <a:ext cx="774608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Demo: From branch to release notes in under three minutes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2026-04-01T03:17:16Z</dcterms:created>
  <dcterms:modified xsi:type="dcterms:W3CDTF">2026-04-01T03:17:16Z</dcterms:modified>
</cp:coreProperties>
</file>